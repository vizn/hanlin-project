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中华书院国际教育合作项目说明书</a:t>
            </a:r>
          </a:p>
          <a:p>
            <a:r>
              <a:t>华侨生 985/211 升学项目（校长版）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为什么选择中华书院？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💡 发展路径亟待拓宽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