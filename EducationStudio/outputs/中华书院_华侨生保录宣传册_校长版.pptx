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中华书院国际教育合作项目说明书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华侨生 985/211 升学项目（校长版）</a:t>
            </a:r>
            <a:br/>
            <a:r>
              <a:t>打造学校国际化特色 · 提升招生竞争力 · 构建多元升学通道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![生成图片：菲律宾马尼拉城市天际线，中华书院校门，教育主题]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#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中华书院华侨生项目，正是帮助合作学校打造国际化特色、丰富升学路径、提升招生竞争力的一项整体解决方案。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- 传统招生模式增长放缓</a:t>
            </a:r>
          </a:p>
          <a:p>
            <a:pPr/>
            <a:r>
              <a:t>- 学生和家长选择更加多元</a:t>
            </a:r>
          </a:p>
          <a:p>
            <a:pPr/>
            <a:r>
              <a:t>- 单一高考路径吸引力下降</a:t>
            </a:r>
          </a:p>
          <a:p>
            <a:pPr/>
            <a:r>
              <a:t>- 更加关注升学结果和保障</a:t>
            </a:r>
          </a:p>
          <a:p>
            <a:pPr/>
            <a:r>
              <a:t>- 希望拥有更多元的升学选择</a:t>
            </a:r>
          </a:p>
          <a:p>
            <a:pPr/>
            <a:r>
              <a:t>- 国际化视野成为新刚需</a:t>
            </a:r>
          </a:p>
          <a:p>
            <a:pPr/>
            <a:r>
              <a:t>- 国际教育需求不断提升</a:t>
            </a:r>
          </a:p>
          <a:p>
            <a:pPr/>
            <a:r>
              <a:t>- 多数学校缺乏成熟的国际课程体系</a:t>
            </a:r>
          </a:p>
          <a:p>
            <a:pPr/>
            <a:r>
              <a:t>- 海外合作资源不足</a:t>
            </a:r>
          </a:p>
          <a:p>
            <a:pPr/>
            <a:r>
              <a:t>- 单一普通高考路径已难以满足所有学生的发展需求</a:t>
            </a:r>
          </a:p>
          <a:p>
            <a:pPr/>
            <a:r>
              <a:t>- 需要构建"国内升学 + 海外发展"双轨制培养体系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#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合作学校无需自行搭建国际课程体系，即可快速开展国际教育项目。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#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|-------------|----------|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#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|----------|----------|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#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合作模式可根据学校规模、资源优势和发展规划灵活定制。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#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|----------|----------|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#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## 📞 联系我们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- 🏫 民办中学</a:t>
            </a:r>
          </a:p>
          <a:p>
            <a:pPr/>
            <a:r>
              <a:t>- 🌍 国际学校</a:t>
            </a:r>
          </a:p>
          <a:p>
            <a:pPr/>
            <a:r>
              <a:t>- 📚 教育集团</a:t>
            </a:r>
          </a:p>
          <a:p>
            <a:pPr/>
            <a:r>
              <a:t>- 💼 教育咨询机构</a:t>
            </a:r>
          </a:p>
          <a:p>
            <a:pPr/>
            <a:r>
              <a:t>- ✈️ 留学服务机构</a:t>
            </a:r>
          </a:p>
          <a:p>
            <a:pPr/>
            <a:r>
              <a:t>- 🏙️ 区域教育运营团队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#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© 2026 中华书院国际教育合作中心 | All Rights Reserved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- 地址： [菲律宾马尼拉具体地址]</a:t>
            </a:r>
          </a:p>
          <a:p>
            <a:pPr/>
            <a:r>
              <a:t>- 电话： [联系电话]</a:t>
            </a:r>
          </a:p>
          <a:p>
            <a:pPr/>
            <a:r>
              <a:t>- 邮箱： partnerships@chinabookschool.ph</a:t>
            </a:r>
          </a:p>
          <a:p>
            <a:pPr/>
            <a:r>
              <a:t>- 微信： [微信号]</a:t>
            </a:r>
          </a:p>
          <a:p>
            <a:pPr/>
            <a:r>
              <a:t>- 官网： www.chinabookschool.ph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